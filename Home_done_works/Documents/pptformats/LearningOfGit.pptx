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AD904-9718-ED86-2F1F-821C599B4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FB3E9-5A92-0E33-C402-722EBD68D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15B51-E8E6-22BF-BCF2-FD972C5D9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B805D-C12A-A56D-8579-87A69F2AF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EFFAE-308D-162C-8C4F-37DB65851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6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6DA54-A835-1303-93A4-72A20A516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88029-0FFE-01B4-FF6C-49D4230C4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1FDB7-5BC5-28D2-EDA7-641457FE8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7AA19-ECC4-B7D0-7098-5CB2254D4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2B1E7-851C-5BCF-B4D3-FB9B654E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299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921C-5427-2D2E-3083-0B82AB14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7B8633-DECC-9372-328B-E6405BC296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1117C5-9D2C-EA1B-413E-8BE95264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83EAD-A2FD-264A-A929-08F82B4E9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0AA90-92A8-A81C-B94B-F1ACDC0E1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094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CC5E2-D1A7-6763-8D21-D7974A65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C79F-B49B-2FC5-7F2D-6E0A9AEE36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0C397-F5BA-917E-9F2C-5DB76923A4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4C5FAF-473B-6904-359D-969D8BB0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DB1D6-24A5-EE68-3B74-74527C379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28C351-F2DF-D0A1-DEED-2BE51A86B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189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3E00-E073-D870-28E0-3B87B701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CFE26A-2FA8-5E95-85FF-E040630E0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2F57E-8248-B5AD-4018-FF2789E35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C2849B-B191-EE0D-5400-DC1E4D6F2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DED87-C52A-694D-D09C-304E9034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673932-7D44-F8A7-875F-43FF14CF2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A0841-73C4-A842-4B52-DC56CFCA0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3D1592-7614-C52E-5711-EE2C70B01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584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23BA9-2822-14D1-0D85-758AF20AC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BDE123-6C13-7C96-B571-CC4D6E1D9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B6488F-4359-30A4-101F-3559F267B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6B8541-2D6D-CE3E-EAA1-56ADEBD7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72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89A4B9-841F-1AAE-B7AD-8BF255E7F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AD7C0A-29DB-2FA4-67F0-DE02CF5C5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9006-F62A-291F-C32B-BF9436B33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687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35C7D-ECB0-78E2-2FFA-B2DC1641A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694B3-7F75-7B2D-54CC-C0AF01EC6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372271-8A06-6EFD-B4B4-FD959FF08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10E1FD-50BF-CD3C-A6D9-067AE56E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BFCEA-0F18-3ECE-1233-30D05BF66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E055A-9B6E-BE3B-931A-E9D75F63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692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263C0-30F9-105B-28D2-5F8CB8C20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28B2C-DB81-F36E-52C5-D1C1FF40F3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5C7841-1DF7-C938-B4A1-17198DD4A6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B6A0B-437B-CA85-ABD3-2B62396F3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ABC52-426E-903D-7935-413A4721A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A69AF3-78EE-998A-43BA-B4275663B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875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07AB-8CFC-14A7-42FD-54DE589A9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E71678-244F-AB4D-F3B5-4DB40C9F9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0EBB4-0D0D-B189-07C0-E820B3CC9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683CC-B203-DDD1-2C89-DE2696C80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6632B-0756-AB9E-D747-050C685B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870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D982F-C0D6-95EE-5C73-65E45C2CC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440FD3-807B-8C6A-F573-DF0C7CB0A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9EED6-9CFE-BA9E-0267-885A3EC2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5F26A-D195-13E6-B0A0-EF7854101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3991B-7E24-4470-4F2D-C017E377E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00144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33C88-E38A-28ED-3118-039BDA0D0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B32B2-5F3B-D6B8-BADB-47F4CB2CF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57591-901E-4136-8510-062C9DF1FE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905A-AFF1-B725-1EBC-4A2F4F158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569B3-1EE7-4B28-7E89-63E0C9EC42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7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your.email@example.com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00153-1F21-F204-B6E1-46F841B89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10621"/>
            <a:ext cx="9144000" cy="2387600"/>
          </a:xfrm>
        </p:spPr>
        <p:txBody>
          <a:bodyPr/>
          <a:lstStyle/>
          <a:p>
            <a:r>
              <a:rPr lang="en-US" dirty="0"/>
              <a:t>GIT-Basics</a:t>
            </a:r>
            <a:br>
              <a:rPr lang="en-US" dirty="0"/>
            </a:br>
            <a:r>
              <a:rPr lang="en-US" dirty="0"/>
              <a:t>🤞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7196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6F7-73D3-E7A7-59AE-EEDB228AA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 use Git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4F5C8-1523-B27E-C6E1-51960D17A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4" y="1465006"/>
            <a:ext cx="10685206" cy="471195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It is used as version control tool or software </a:t>
            </a:r>
          </a:p>
          <a:p>
            <a:pPr marL="0" indent="0">
              <a:buNone/>
            </a:pPr>
            <a:r>
              <a:rPr lang="en-US" dirty="0"/>
              <a:t>First of all </a:t>
            </a:r>
          </a:p>
          <a:p>
            <a:pPr marL="0" indent="0">
              <a:buNone/>
            </a:pPr>
            <a:r>
              <a:rPr lang="en-US" dirty="0">
                <a:highlight>
                  <a:srgbClr val="008080"/>
                </a:highlight>
              </a:rPr>
              <a:t>what is version control </a:t>
            </a:r>
          </a:p>
          <a:p>
            <a:pPr marL="0" indent="0">
              <a:buNone/>
            </a:pPr>
            <a:r>
              <a:rPr lang="en-IN" dirty="0"/>
              <a:t>In local I have work folder to monitor the daily status of work</a:t>
            </a:r>
          </a:p>
          <a:p>
            <a:pPr marL="0" indent="0">
              <a:buNone/>
            </a:pPr>
            <a:r>
              <a:rPr lang="en-IN" dirty="0"/>
              <a:t>In that I have day1 folder to show, what work done to my Trainer</a:t>
            </a:r>
          </a:p>
          <a:p>
            <a:pPr marL="0" indent="0">
              <a:buNone/>
            </a:pPr>
            <a:r>
              <a:rPr lang="en-IN" dirty="0"/>
              <a:t>in day1 folder I have text file </a:t>
            </a:r>
            <a:r>
              <a:rPr lang="en-IN" dirty="0" err="1"/>
              <a:t>eg</a:t>
            </a:r>
            <a:r>
              <a:rPr lang="en-IN" dirty="0"/>
              <a:t>: in that I have written the</a:t>
            </a:r>
          </a:p>
          <a:p>
            <a:pPr marL="0" indent="0">
              <a:buNone/>
            </a:pPr>
            <a:r>
              <a:rPr lang="en-IN" i="1" dirty="0">
                <a:highlight>
                  <a:srgbClr val="FFFF00"/>
                </a:highlight>
              </a:rPr>
              <a:t>Day 1 works completed is chest day</a:t>
            </a:r>
          </a:p>
          <a:p>
            <a:pPr marL="0" indent="0">
              <a:buNone/>
            </a:pPr>
            <a:r>
              <a:rPr lang="en-IN" dirty="0"/>
              <a:t>And next day I created another folder with the filename day2 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2works completed is lot day</a:t>
            </a:r>
          </a:p>
          <a:p>
            <a:pPr marL="0" indent="0">
              <a:buNone/>
            </a:pPr>
            <a:r>
              <a:rPr lang="en-US" dirty="0"/>
              <a:t>Same like that day 3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3 works completed is leg day </a:t>
            </a:r>
          </a:p>
          <a:p>
            <a:pPr marL="0" indent="0">
              <a:buNone/>
            </a:pPr>
            <a:r>
              <a:rPr lang="en-US" dirty="0"/>
              <a:t>4 </a:t>
            </a:r>
            <a:r>
              <a:rPr lang="en-US" dirty="0" err="1"/>
              <a:t>th</a:t>
            </a:r>
            <a:r>
              <a:rPr lang="en-US" dirty="0"/>
              <a:t> day what I have done is taken a leave so need document that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4 </a:t>
            </a:r>
            <a:r>
              <a:rPr lang="en-US" i="1" dirty="0" err="1">
                <a:highlight>
                  <a:srgbClr val="FFFF00"/>
                </a:highlight>
              </a:rPr>
              <a:t>i</a:t>
            </a:r>
            <a:r>
              <a:rPr lang="en-US" i="1" dirty="0">
                <a:highlight>
                  <a:srgbClr val="FFFF00"/>
                </a:highlight>
              </a:rPr>
              <a:t> created text file with empty to notify the leave day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201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0880-A25D-6640-66F6-6AFAB5000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412955"/>
            <a:ext cx="10990006" cy="57640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On 5 </a:t>
            </a:r>
            <a:r>
              <a:rPr lang="en-US" dirty="0" err="1"/>
              <a:t>th</a:t>
            </a:r>
            <a:r>
              <a:rPr lang="en-US" dirty="0"/>
              <a:t> day the trainer ask to show the last day work </a:t>
            </a:r>
          </a:p>
          <a:p>
            <a:pPr marL="0" indent="0">
              <a:buNone/>
            </a:pPr>
            <a:r>
              <a:rPr lang="en-US" dirty="0"/>
              <a:t>So I opened the 4 </a:t>
            </a:r>
            <a:r>
              <a:rPr lang="en-US" dirty="0" err="1"/>
              <a:t>th</a:t>
            </a:r>
            <a:r>
              <a:rPr lang="en-US" dirty="0"/>
              <a:t> day and show the progress of my work in the fine day I notice that  I didn’t do anything so it is empty </a:t>
            </a:r>
          </a:p>
          <a:p>
            <a:pPr marL="0" indent="0">
              <a:buNone/>
            </a:pPr>
            <a:r>
              <a:rPr lang="en-US" dirty="0"/>
              <a:t>Trainer ask you don’t do that workout.</a:t>
            </a:r>
          </a:p>
          <a:p>
            <a:pPr marL="0" indent="0">
              <a:buNone/>
            </a:pPr>
            <a:r>
              <a:rPr lang="en-US" dirty="0"/>
              <a:t>So trainer think you have not done anything for the four days at that the time I will show the 1</a:t>
            </a:r>
            <a:r>
              <a:rPr lang="en-US" baseline="30000" dirty="0"/>
              <a:t>st</a:t>
            </a:r>
            <a:r>
              <a:rPr lang="en-US" dirty="0"/>
              <a:t> ,2</a:t>
            </a:r>
            <a:r>
              <a:rPr lang="en-US" baseline="30000" dirty="0"/>
              <a:t>nd</a:t>
            </a:r>
            <a:r>
              <a:rPr lang="en-US" dirty="0"/>
              <a:t> day work because I keep the copy of that to display </a:t>
            </a:r>
            <a:br>
              <a:rPr lang="en-US" dirty="0"/>
            </a:br>
            <a:r>
              <a:rPr lang="en-US" dirty="0"/>
              <a:t>but what here happens we have separate docs for each day</a:t>
            </a:r>
          </a:p>
          <a:p>
            <a:pPr marL="0" indent="0">
              <a:buNone/>
            </a:pPr>
            <a:r>
              <a:rPr lang="en-US" dirty="0"/>
              <a:t>Consider the doc is of 300 </a:t>
            </a:r>
            <a:r>
              <a:rPr lang="en-US" dirty="0" err="1"/>
              <a:t>gb</a:t>
            </a:r>
            <a:r>
              <a:rPr lang="en-US" dirty="0"/>
              <a:t> we need each copy of that  to monitor the day one works and day2 works.to keep copies we need more space in computer its bit costly </a:t>
            </a:r>
          </a:p>
          <a:p>
            <a:pPr marL="0" indent="0">
              <a:buNone/>
            </a:pP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in version control what happens is </a:t>
            </a:r>
            <a:br>
              <a:rPr lang="en-US" dirty="0"/>
            </a:br>
            <a:r>
              <a:rPr lang="en-US" dirty="0"/>
              <a:t>we keep appending the task in single file itself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1is chest day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Day2 is lot day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is leg day </a:t>
            </a:r>
          </a:p>
          <a:p>
            <a:pPr marL="0" indent="0">
              <a:buNone/>
            </a:pPr>
            <a:r>
              <a:rPr lang="en-US" dirty="0"/>
              <a:t>in single txt file</a:t>
            </a:r>
            <a:br>
              <a:rPr lang="en-US" dirty="0"/>
            </a:br>
            <a:r>
              <a:rPr lang="en-US" dirty="0"/>
              <a:t>it will monito the day 1 and day 2 of commits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940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CFEA8-ABA1-C2E9-EECA-0D2547316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255639"/>
            <a:ext cx="11068665" cy="5921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How can we find the </a:t>
            </a:r>
            <a:r>
              <a:rPr lang="en-US" dirty="0" err="1"/>
              <a:t>github</a:t>
            </a:r>
            <a:r>
              <a:rPr lang="en-US" dirty="0"/>
              <a:t> is connected with local </a:t>
            </a:r>
          </a:p>
          <a:p>
            <a:pPr marL="0" indent="0">
              <a:buNone/>
            </a:pPr>
            <a:r>
              <a:rPr lang="en-US" dirty="0"/>
              <a:t>It can be find simply if the folder has </a:t>
            </a:r>
            <a:r>
              <a:rPr lang="en-US" i="1" dirty="0">
                <a:highlight>
                  <a:srgbClr val="FFFF00"/>
                </a:highlight>
              </a:rPr>
              <a:t>.git </a:t>
            </a:r>
            <a:r>
              <a:rPr lang="en-US" dirty="0"/>
              <a:t>file it means the folder is connected with cloud git from local folders</a:t>
            </a:r>
          </a:p>
          <a:p>
            <a:pPr marL="0" indent="0">
              <a:buNone/>
            </a:pPr>
            <a:r>
              <a:rPr lang="en-US" dirty="0"/>
              <a:t>Download git software first </a:t>
            </a:r>
          </a:p>
          <a:p>
            <a:pPr marL="0" indent="0">
              <a:buNone/>
            </a:pPr>
            <a:r>
              <a:rPr lang="en-US" dirty="0"/>
              <a:t>And the need configuration if you first time linking</a:t>
            </a:r>
          </a:p>
          <a:p>
            <a:pPr marL="0" indent="0">
              <a:buNone/>
            </a:pPr>
            <a:r>
              <a:rPr lang="en-US" dirty="0"/>
              <a:t>Create folder in local and open the folder in </a:t>
            </a:r>
            <a:r>
              <a:rPr lang="en-US" dirty="0" err="1"/>
              <a:t>cmd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Try git clone it has not cloned means we need to configure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config --global user.name "Your Name"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config --global </a:t>
            </a:r>
            <a:r>
              <a:rPr lang="en-US" dirty="0" err="1">
                <a:solidFill>
                  <a:srgbClr val="0070C0"/>
                </a:solidFill>
              </a:rPr>
              <a:t>user.email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  <a:hlinkClick r:id="rId2"/>
              </a:rPr>
              <a:t>your.email@example.com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And then git clone to make a copy of the cloud folder or repo </a:t>
            </a:r>
          </a:p>
          <a:p>
            <a:pPr marL="0" indent="0">
              <a:buNone/>
            </a:pPr>
            <a:r>
              <a:rPr lang="en-US" dirty="0"/>
              <a:t>Repo is cloud folder to store your docs or code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“main branch </a:t>
            </a:r>
            <a:r>
              <a:rPr lang="en-US" dirty="0" err="1">
                <a:solidFill>
                  <a:srgbClr val="0070C0"/>
                </a:solidFill>
              </a:rPr>
              <a:t>url</a:t>
            </a:r>
            <a:r>
              <a:rPr lang="en-US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dirty="0"/>
              <a:t>If u want to go for </a:t>
            </a:r>
            <a:r>
              <a:rPr lang="en-US" dirty="0" err="1"/>
              <a:t>specifi</a:t>
            </a:r>
            <a:r>
              <a:rPr lang="en-US" dirty="0"/>
              <a:t> branch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“main branch </a:t>
            </a:r>
            <a:r>
              <a:rPr lang="en-US" dirty="0" err="1">
                <a:solidFill>
                  <a:srgbClr val="0070C0"/>
                </a:solidFill>
              </a:rPr>
              <a:t>url</a:t>
            </a:r>
            <a:r>
              <a:rPr lang="en-US" dirty="0">
                <a:solidFill>
                  <a:srgbClr val="0070C0"/>
                </a:solidFill>
              </a:rPr>
              <a:t>”--branch=“</a:t>
            </a:r>
            <a:r>
              <a:rPr lang="en-US" dirty="0" err="1">
                <a:solidFill>
                  <a:srgbClr val="0070C0"/>
                </a:solidFill>
              </a:rPr>
              <a:t>branch_name</a:t>
            </a:r>
            <a:r>
              <a:rPr lang="en-US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8980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F6247-FC8D-82D4-0CA2-E2CA1F68D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420" y="424119"/>
            <a:ext cx="11857702" cy="578772"/>
          </a:xfrm>
        </p:spPr>
        <p:txBody>
          <a:bodyPr>
            <a:normAutofit/>
          </a:bodyPr>
          <a:lstStyle/>
          <a:p>
            <a:r>
              <a:rPr lang="en-IN" sz="2400" dirty="0"/>
              <a:t>https://www.showwcase.com/article/18785/git-in-pictures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64D4B8-0E74-D4D3-6225-C81D18FBF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2083" y="1209726"/>
            <a:ext cx="9026652" cy="5374302"/>
          </a:xfrm>
        </p:spPr>
      </p:pic>
    </p:spTree>
    <p:extLst>
      <p:ext uri="{BB962C8B-B14F-4D97-AF65-F5344CB8AC3E}">
        <p14:creationId xmlns:p14="http://schemas.microsoft.com/office/powerpoint/2010/main" val="780942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2BC24A-6070-FEA5-C9D3-F579BF948F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7648" y="160783"/>
            <a:ext cx="3877216" cy="2057687"/>
          </a:xfr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5A2F683-E6AC-C5DE-6AC1-B82DA0A984E6}"/>
              </a:ext>
            </a:extLst>
          </p:cNvPr>
          <p:cNvSpPr/>
          <p:nvPr/>
        </p:nvSpPr>
        <p:spPr>
          <a:xfrm>
            <a:off x="2792361" y="1189626"/>
            <a:ext cx="393290" cy="36379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1CB23A-1223-29E7-5846-37AC5EDAA086}"/>
              </a:ext>
            </a:extLst>
          </p:cNvPr>
          <p:cNvSpPr txBox="1"/>
          <p:nvPr/>
        </p:nvSpPr>
        <p:spPr>
          <a:xfrm>
            <a:off x="4345858" y="235974"/>
            <a:ext cx="72463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U-untracked what does it mean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3135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3C268-0263-861B-E91A-10861DDA3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to learned😁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D01D-C4BC-B66B-A186-946FDDFF6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3832"/>
            <a:ext cx="10515600" cy="4643131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Git clone “</a:t>
            </a:r>
            <a:r>
              <a:rPr lang="en-US" dirty="0" err="1">
                <a:solidFill>
                  <a:schemeClr val="accent6"/>
                </a:solidFill>
              </a:rPr>
              <a:t>url</a:t>
            </a:r>
            <a:r>
              <a:rPr lang="en-US" dirty="0">
                <a:solidFill>
                  <a:schemeClr val="accent6"/>
                </a:solidFill>
              </a:rPr>
              <a:t> of main branch</a:t>
            </a:r>
            <a:r>
              <a:rPr lang="en-US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dirty="0"/>
              <a:t>Use another branch-</a:t>
            </a:r>
          </a:p>
          <a:p>
            <a:r>
              <a:rPr lang="en-US" dirty="0">
                <a:solidFill>
                  <a:srgbClr val="0070C0"/>
                </a:solidFill>
              </a:rPr>
              <a:t>Git clone “</a:t>
            </a:r>
            <a:r>
              <a:rPr lang="en-US" dirty="0" err="1">
                <a:solidFill>
                  <a:schemeClr val="accent6"/>
                </a:solidFill>
              </a:rPr>
              <a:t>url</a:t>
            </a:r>
            <a:r>
              <a:rPr lang="en-US" dirty="0">
                <a:solidFill>
                  <a:schemeClr val="accent6"/>
                </a:solidFill>
              </a:rPr>
              <a:t> of main branch</a:t>
            </a:r>
            <a:r>
              <a:rPr lang="en-US" dirty="0">
                <a:solidFill>
                  <a:srgbClr val="0070C0"/>
                </a:solidFill>
              </a:rPr>
              <a:t>”--branch=“</a:t>
            </a:r>
            <a:r>
              <a:rPr lang="en-US" dirty="0" err="1">
                <a:solidFill>
                  <a:schemeClr val="accent6"/>
                </a:solidFill>
              </a:rPr>
              <a:t>branch_name</a:t>
            </a:r>
            <a:r>
              <a:rPr lang="en-US" dirty="0">
                <a:solidFill>
                  <a:srgbClr val="0070C0"/>
                </a:solidFill>
              </a:rPr>
              <a:t>”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9476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1D892-600E-A484-BBFC-8BCD67188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7" y="757084"/>
            <a:ext cx="11147323" cy="541987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7200" dirty="0"/>
          </a:p>
          <a:p>
            <a:pPr marL="0" indent="0" algn="ctr">
              <a:buNone/>
            </a:pPr>
            <a:endParaRPr lang="en-US" sz="7200" dirty="0"/>
          </a:p>
          <a:p>
            <a:pPr marL="0" indent="0" algn="ctr">
              <a:buNone/>
            </a:pPr>
            <a:r>
              <a:rPr lang="en-US" sz="7200" dirty="0"/>
              <a:t> Git accomplished</a:t>
            </a:r>
          </a:p>
          <a:p>
            <a:pPr marL="0" indent="0" algn="ctr">
              <a:buNone/>
            </a:pPr>
            <a:r>
              <a:rPr lang="en-US" sz="7200" dirty="0"/>
              <a:t>😁</a:t>
            </a:r>
          </a:p>
          <a:p>
            <a:pPr marL="0" indent="0" algn="ctr">
              <a:buNone/>
            </a:pPr>
            <a:endParaRPr lang="en-IN" sz="7200" dirty="0"/>
          </a:p>
        </p:txBody>
      </p:sp>
    </p:spTree>
    <p:extLst>
      <p:ext uri="{BB962C8B-B14F-4D97-AF65-F5344CB8AC3E}">
        <p14:creationId xmlns:p14="http://schemas.microsoft.com/office/powerpoint/2010/main" val="2128295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504</Words>
  <Application>Microsoft Office PowerPoint</Application>
  <PresentationFormat>Widescreen</PresentationFormat>
  <Paragraphs>54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GIT-Basics 🤞</vt:lpstr>
      <vt:lpstr>Why we use Git</vt:lpstr>
      <vt:lpstr>PowerPoint Presentation</vt:lpstr>
      <vt:lpstr>PowerPoint Presentation</vt:lpstr>
      <vt:lpstr>https://www.showwcase.com/article/18785/git-in-pictures</vt:lpstr>
      <vt:lpstr>PowerPoint Presentation</vt:lpstr>
      <vt:lpstr>Commands to learned😁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G, Kalai Selvan</dc:creator>
  <cp:lastModifiedBy>G, Kalai Selvan</cp:lastModifiedBy>
  <cp:revision>14</cp:revision>
  <dcterms:created xsi:type="dcterms:W3CDTF">2025-01-25T19:04:50Z</dcterms:created>
  <dcterms:modified xsi:type="dcterms:W3CDTF">2025-01-25T20:50:38Z</dcterms:modified>
</cp:coreProperties>
</file>