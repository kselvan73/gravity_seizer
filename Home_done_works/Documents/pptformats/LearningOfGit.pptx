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3" r:id="rId3"/>
    <p:sldId id="257" r:id="rId4"/>
    <p:sldId id="258" r:id="rId5"/>
    <p:sldId id="259" r:id="rId6"/>
    <p:sldId id="260" r:id="rId7"/>
    <p:sldId id="264" r:id="rId8"/>
    <p:sldId id="261" r:id="rId9"/>
    <p:sldId id="265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63DBCC-5E4F-4FD2-980C-39FABB77CABB}" type="datetimeFigureOut">
              <a:rPr lang="en-IN" smtClean="0"/>
              <a:t>26-01-2025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A80356-7E11-442B-A266-E3D572B13F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1140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AD904-9718-ED86-2F1F-821C599B4C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6FB3E9-5A92-0E33-C402-722EBD68DE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15B51-E8E6-22BF-BCF2-FD972C5D9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E5F81-5F7F-422A-945A-45B5F72F41F6}" type="datetimeFigureOut">
              <a:rPr lang="en-IN" smtClean="0"/>
              <a:t>26-01-2025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B805D-C12A-A56D-8579-87A69F2AF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EFFAE-308D-162C-8C4F-37DB65851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ADF3E-0288-4773-A723-5E6EE8662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6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6DA54-A835-1303-93A4-72A20A516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88029-0FFE-01B4-FF6C-49D4230C4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1FDB7-5BC5-28D2-EDA7-641457FE8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E5F81-5F7F-422A-945A-45B5F72F41F6}" type="datetimeFigureOut">
              <a:rPr lang="en-IN" smtClean="0"/>
              <a:t>26-01-2025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7AA19-ECC4-B7D0-7098-5CB2254D4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2B1E7-851C-5BCF-B4D3-FB9B654E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ADF3E-0288-4773-A723-5E6EE8662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2299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2921C-5427-2D2E-3083-0B82AB14D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7B8633-DECC-9372-328B-E6405BC29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117C5-9D2C-EA1B-413E-8BE952641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E5F81-5F7F-422A-945A-45B5F72F41F6}" type="datetimeFigureOut">
              <a:rPr lang="en-IN" smtClean="0"/>
              <a:t>26-01-2025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83EAD-A2FD-264A-A929-08F82B4E9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0AA90-92A8-A81C-B94B-F1ACDC0E1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ADF3E-0288-4773-A723-5E6EE8662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94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CC5E2-D1A7-6763-8D21-D7974A656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8C79F-B49B-2FC5-7F2D-6E0A9AEE36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10C397-F5BA-917E-9F2C-5DB76923A4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4C5FAF-473B-6904-359D-969D8BB0E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E5F81-5F7F-422A-945A-45B5F72F41F6}" type="datetimeFigureOut">
              <a:rPr lang="en-IN" smtClean="0"/>
              <a:t>26-01-2025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6DB1D6-24A5-EE68-3B74-74527C379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28C351-F2DF-D0A1-DEED-2BE51A86B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ADF3E-0288-4773-A723-5E6EE8662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89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03E00-E073-D870-28E0-3B87B701D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CFE26A-2FA8-5E95-85FF-E040630E0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42F57E-8248-B5AD-4018-FF2789E35B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C2849B-B191-EE0D-5400-DC1E4D6F2E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ADED87-C52A-694D-D09C-304E903488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673932-7D44-F8A7-875F-43FF14CF2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E5F81-5F7F-422A-945A-45B5F72F41F6}" type="datetimeFigureOut">
              <a:rPr lang="en-IN" smtClean="0"/>
              <a:t>26-01-2025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8A0841-73C4-A842-4B52-DC56CFCA0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3D1592-7614-C52E-5711-EE2C70B01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ADF3E-0288-4773-A723-5E6EE8662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584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23BA9-2822-14D1-0D85-758AF20AC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BDE123-6C13-7C96-B571-CC4D6E1D9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E5F81-5F7F-422A-945A-45B5F72F41F6}" type="datetimeFigureOut">
              <a:rPr lang="en-IN" smtClean="0"/>
              <a:t>26-01-2025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B6488F-4359-30A4-101F-3559F267B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6B8541-2D6D-CE3E-EAA1-56ADEBD7A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ADF3E-0288-4773-A723-5E6EE8662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72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89A4B9-841F-1AAE-B7AD-8BF255E7F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E5F81-5F7F-422A-945A-45B5F72F41F6}" type="datetimeFigureOut">
              <a:rPr lang="en-IN" smtClean="0"/>
              <a:t>26-01-2025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AD7C0A-29DB-2FA4-67F0-DE02CF5C5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FA9006-F62A-291F-C32B-BF9436B33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ADF3E-0288-4773-A723-5E6EE8662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870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35C7D-ECB0-78E2-2FFA-B2DC1641A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694B3-7F75-7B2D-54CC-C0AF01EC6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372271-8A06-6EFD-B4B4-FD959FF080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10E1FD-50BF-CD3C-A6D9-067AE56E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E5F81-5F7F-422A-945A-45B5F72F41F6}" type="datetimeFigureOut">
              <a:rPr lang="en-IN" smtClean="0"/>
              <a:t>26-01-2025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9BFCEA-0F18-3ECE-1233-30D05BF66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BE055A-9B6E-BE3B-931A-E9D75F63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ADF3E-0288-4773-A723-5E6EE8662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692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263C0-30F9-105B-28D2-5F8CB8C20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F28B2C-DB81-F36E-52C5-D1C1FF40F3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5C7841-1DF7-C938-B4A1-17198DD4A6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EB6A0B-437B-CA85-ABD3-2B62396F3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E5F81-5F7F-422A-945A-45B5F72F41F6}" type="datetimeFigureOut">
              <a:rPr lang="en-IN" smtClean="0"/>
              <a:t>26-01-2025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ABC52-426E-903D-7935-413A4721A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A69AF3-78EE-998A-43BA-B4275663B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ADF3E-0288-4773-A723-5E6EE8662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875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307AB-8CFC-14A7-42FD-54DE589A9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E71678-244F-AB4D-F3B5-4DB40C9F9B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0EBB4-0D0D-B189-07C0-E820B3CC9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E5F81-5F7F-422A-945A-45B5F72F41F6}" type="datetimeFigureOut">
              <a:rPr lang="en-IN" smtClean="0"/>
              <a:t>26-01-2025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683CC-B203-DDD1-2C89-DE2696C80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6632B-0756-AB9E-D747-050C685B4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ADF3E-0288-4773-A723-5E6EE8662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705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8D982F-C0D6-95EE-5C73-65E45C2CCA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440FD3-807B-8C6A-F573-DF0C7CB0AC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9EED6-9CFE-BA9E-0267-885A3EC2C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E5F81-5F7F-422A-945A-45B5F72F41F6}" type="datetimeFigureOut">
              <a:rPr lang="en-IN" smtClean="0"/>
              <a:t>26-01-2025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5F26A-D195-13E6-B0A0-EF7854101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3991B-7E24-4470-4F2D-C017E377E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ADF3E-0288-4773-A723-5E6EE8662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014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033C88-E38A-28ED-3118-039BDA0D0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AB32B2-5F3B-D6B8-BADB-47F4CB2CF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57591-901E-4136-8510-062C9DF1FE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E5F81-5F7F-422A-945A-45B5F72F41F6}" type="datetimeFigureOut">
              <a:rPr lang="en-IN" smtClean="0"/>
              <a:t>26-01-2025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4905A-AFF1-B725-1EBC-4A2F4F1586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569B3-1EE7-4B28-7E89-63E0C9EC42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EADF3E-0288-4773-A723-5E6EE8662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673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mailto:your.email@example.com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00153-1F21-F204-B6E1-46F841B89F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10621"/>
            <a:ext cx="9144000" cy="2387600"/>
          </a:xfrm>
        </p:spPr>
        <p:txBody>
          <a:bodyPr/>
          <a:lstStyle/>
          <a:p>
            <a:r>
              <a:rPr lang="en-US" dirty="0"/>
              <a:t>GIT-Basics</a:t>
            </a:r>
            <a:br>
              <a:rPr lang="en-US" dirty="0"/>
            </a:br>
            <a:r>
              <a:rPr lang="en-US" dirty="0"/>
              <a:t>🤞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7196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F6247-FC8D-82D4-0CA2-E2CA1F68D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420" y="424119"/>
            <a:ext cx="11857702" cy="578772"/>
          </a:xfrm>
        </p:spPr>
        <p:txBody>
          <a:bodyPr>
            <a:normAutofit/>
          </a:bodyPr>
          <a:lstStyle/>
          <a:p>
            <a:r>
              <a:rPr lang="en-IN" sz="2400" dirty="0"/>
              <a:t>https://www.showwcase.com/article/18785/git-in-pictures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64D4B8-0E74-D4D3-6225-C81D18FBF8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2083" y="1209726"/>
            <a:ext cx="9026652" cy="5374302"/>
          </a:xfrm>
        </p:spPr>
      </p:pic>
    </p:spTree>
    <p:extLst>
      <p:ext uri="{BB962C8B-B14F-4D97-AF65-F5344CB8AC3E}">
        <p14:creationId xmlns:p14="http://schemas.microsoft.com/office/powerpoint/2010/main" val="780942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5E6F7-73D3-E7A7-59AE-EEDB228AA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we use Git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4F5C8-1523-B27E-C6E1-51960D17A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594" y="1465006"/>
            <a:ext cx="10685206" cy="471195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It is used as version control tool or software </a:t>
            </a:r>
          </a:p>
          <a:p>
            <a:pPr marL="0" indent="0">
              <a:buNone/>
            </a:pPr>
            <a:r>
              <a:rPr lang="en-US" dirty="0"/>
              <a:t>First of all </a:t>
            </a:r>
          </a:p>
          <a:p>
            <a:pPr marL="0" indent="0">
              <a:buNone/>
            </a:pPr>
            <a:r>
              <a:rPr lang="en-US" dirty="0">
                <a:highlight>
                  <a:srgbClr val="008080"/>
                </a:highlight>
              </a:rPr>
              <a:t>what is version control </a:t>
            </a:r>
          </a:p>
          <a:p>
            <a:pPr marL="0" indent="0">
              <a:buNone/>
            </a:pPr>
            <a:r>
              <a:rPr lang="en-IN" dirty="0"/>
              <a:t>In local I have task folder to monitor the daily status of task</a:t>
            </a:r>
          </a:p>
          <a:p>
            <a:pPr marL="0" indent="0">
              <a:buNone/>
            </a:pPr>
            <a:r>
              <a:rPr lang="en-IN" dirty="0"/>
              <a:t>In that I have day1 folder to show, what task done to my Trainer</a:t>
            </a:r>
          </a:p>
          <a:p>
            <a:pPr marL="0" indent="0">
              <a:buNone/>
            </a:pPr>
            <a:r>
              <a:rPr lang="en-IN" dirty="0"/>
              <a:t>in </a:t>
            </a:r>
            <a:r>
              <a:rPr lang="en-IN" dirty="0">
                <a:solidFill>
                  <a:srgbClr val="FF0000"/>
                </a:solidFill>
              </a:rPr>
              <a:t>task1</a:t>
            </a:r>
            <a:r>
              <a:rPr lang="en-IN" dirty="0"/>
              <a:t> folder I have text file </a:t>
            </a:r>
            <a:r>
              <a:rPr lang="en-IN" dirty="0" err="1"/>
              <a:t>eg</a:t>
            </a:r>
            <a:r>
              <a:rPr lang="en-IN" dirty="0"/>
              <a:t>: in that I have written the </a:t>
            </a:r>
          </a:p>
          <a:p>
            <a:pPr marL="0" indent="0">
              <a:buNone/>
            </a:pPr>
            <a:r>
              <a:rPr lang="en-IN" i="1" dirty="0">
                <a:highlight>
                  <a:srgbClr val="FFFF00"/>
                </a:highlight>
              </a:rPr>
              <a:t>Day 1 works completed is chest day</a:t>
            </a:r>
          </a:p>
          <a:p>
            <a:pPr marL="0" indent="0">
              <a:buNone/>
            </a:pPr>
            <a:r>
              <a:rPr lang="en-IN" dirty="0"/>
              <a:t>And next day I created another folder with the filename </a:t>
            </a:r>
            <a:r>
              <a:rPr lang="en-IN" dirty="0">
                <a:solidFill>
                  <a:srgbClr val="FF0000"/>
                </a:solidFill>
              </a:rPr>
              <a:t>task2</a:t>
            </a:r>
          </a:p>
          <a:p>
            <a:pPr marL="0" indent="0">
              <a:buNone/>
            </a:pPr>
            <a:r>
              <a:rPr lang="en-US" i="1" dirty="0">
                <a:highlight>
                  <a:srgbClr val="FFFF00"/>
                </a:highlight>
              </a:rPr>
              <a:t>Day 2works completed is lot day</a:t>
            </a:r>
          </a:p>
          <a:p>
            <a:pPr marL="0" indent="0">
              <a:buNone/>
            </a:pPr>
            <a:r>
              <a:rPr lang="en-US" dirty="0"/>
              <a:t>Same like that </a:t>
            </a:r>
            <a:r>
              <a:rPr lang="en-US" dirty="0">
                <a:solidFill>
                  <a:srgbClr val="FF0000"/>
                </a:solidFill>
              </a:rPr>
              <a:t>task3</a:t>
            </a:r>
          </a:p>
          <a:p>
            <a:pPr marL="0" indent="0">
              <a:buNone/>
            </a:pPr>
            <a:r>
              <a:rPr lang="en-US" i="1" dirty="0">
                <a:highlight>
                  <a:srgbClr val="FFFF00"/>
                </a:highlight>
              </a:rPr>
              <a:t>Day 3 works completed is leg day </a:t>
            </a:r>
          </a:p>
          <a:p>
            <a:pPr marL="0" indent="0">
              <a:buNone/>
            </a:pPr>
            <a:r>
              <a:rPr lang="en-US" dirty="0"/>
              <a:t>4 </a:t>
            </a:r>
            <a:r>
              <a:rPr lang="en-US" dirty="0" err="1"/>
              <a:t>th</a:t>
            </a:r>
            <a:r>
              <a:rPr lang="en-US" dirty="0"/>
              <a:t> day what I have done is taken a leave so need to document that</a:t>
            </a:r>
          </a:p>
          <a:p>
            <a:pPr marL="0" indent="0">
              <a:buNone/>
            </a:pPr>
            <a:r>
              <a:rPr lang="en-US" i="1" dirty="0">
                <a:highlight>
                  <a:srgbClr val="FFFF00"/>
                </a:highlight>
              </a:rPr>
              <a:t>Day 4 </a:t>
            </a:r>
            <a:r>
              <a:rPr lang="en-US" i="1" dirty="0" err="1">
                <a:highlight>
                  <a:srgbClr val="FFFF00"/>
                </a:highlight>
              </a:rPr>
              <a:t>i</a:t>
            </a:r>
            <a:r>
              <a:rPr lang="en-US" i="1" dirty="0">
                <a:highlight>
                  <a:srgbClr val="FFFF00"/>
                </a:highlight>
              </a:rPr>
              <a:t> created text file with empty to notify the leave day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201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F0880-A25D-6640-66F6-6AFAB5000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794" y="412955"/>
            <a:ext cx="10990006" cy="576400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On 5 </a:t>
            </a:r>
            <a:r>
              <a:rPr lang="en-US" dirty="0" err="1"/>
              <a:t>th</a:t>
            </a:r>
            <a:r>
              <a:rPr lang="en-US" dirty="0"/>
              <a:t> day the trainer ask to show the last day work </a:t>
            </a:r>
          </a:p>
          <a:p>
            <a:pPr marL="0" indent="0">
              <a:buNone/>
            </a:pPr>
            <a:r>
              <a:rPr lang="en-US" dirty="0"/>
              <a:t>So I opened the 4 </a:t>
            </a:r>
            <a:r>
              <a:rPr lang="en-US" dirty="0" err="1"/>
              <a:t>th</a:t>
            </a:r>
            <a:r>
              <a:rPr lang="en-US" dirty="0"/>
              <a:t> day and show the progress of my work.  I noticed that  I didn’t do anything so it is empty.</a:t>
            </a:r>
          </a:p>
          <a:p>
            <a:pPr marL="0" indent="0">
              <a:buNone/>
            </a:pPr>
            <a:r>
              <a:rPr lang="en-US" dirty="0"/>
              <a:t>Trainer ask you have not  that workout.</a:t>
            </a:r>
          </a:p>
          <a:p>
            <a:pPr marL="0" indent="0">
              <a:buNone/>
            </a:pPr>
            <a:r>
              <a:rPr lang="en-US" dirty="0"/>
              <a:t>So trainer think you have not done anything for the four days at that the time</a:t>
            </a:r>
          </a:p>
          <a:p>
            <a:pPr marL="0" indent="0">
              <a:buNone/>
            </a:pPr>
            <a:r>
              <a:rPr lang="en-US" dirty="0"/>
              <a:t> I will show the 1</a:t>
            </a:r>
            <a:r>
              <a:rPr lang="en-US" baseline="30000" dirty="0"/>
              <a:t>st</a:t>
            </a:r>
            <a:r>
              <a:rPr lang="en-US" dirty="0"/>
              <a:t> ,2</a:t>
            </a:r>
            <a:r>
              <a:rPr lang="en-US" baseline="30000" dirty="0"/>
              <a:t>nd</a:t>
            </a:r>
            <a:r>
              <a:rPr lang="en-US" dirty="0"/>
              <a:t> day work because I keep the copy of </a:t>
            </a:r>
            <a:r>
              <a:rPr lang="en-US" dirty="0" err="1"/>
              <a:t>thatin</a:t>
            </a:r>
            <a:r>
              <a:rPr lang="en-US" dirty="0"/>
              <a:t> file to display </a:t>
            </a:r>
            <a:br>
              <a:rPr lang="en-US" dirty="0"/>
            </a:br>
            <a:r>
              <a:rPr lang="en-US" dirty="0"/>
              <a:t>but what here happens we have separate docs for each day</a:t>
            </a:r>
          </a:p>
          <a:p>
            <a:pPr marL="0" indent="0">
              <a:buNone/>
            </a:pPr>
            <a:r>
              <a:rPr lang="en-US" dirty="0"/>
              <a:t>Consider the doc is of 300 </a:t>
            </a:r>
            <a:r>
              <a:rPr lang="en-US" dirty="0" err="1"/>
              <a:t>gb</a:t>
            </a:r>
            <a:r>
              <a:rPr lang="en-US" dirty="0"/>
              <a:t> we need each copy of that  to monitor the day one works and day2 </a:t>
            </a:r>
            <a:r>
              <a:rPr lang="en-US" dirty="0" err="1"/>
              <a:t>works.To</a:t>
            </a:r>
            <a:r>
              <a:rPr lang="en-US" dirty="0"/>
              <a:t> keep copies we need more space in computer its bit costly</a:t>
            </a:r>
          </a:p>
          <a:p>
            <a:pPr marL="0" indent="0">
              <a:buNone/>
            </a:pP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in version control what happens is </a:t>
            </a:r>
            <a:br>
              <a:rPr lang="en-US" dirty="0"/>
            </a:br>
            <a:r>
              <a:rPr lang="en-US" dirty="0"/>
              <a:t>we keep appending the task in single file itself</a:t>
            </a:r>
          </a:p>
          <a:p>
            <a:pPr marL="0" indent="0">
              <a:buNone/>
            </a:pPr>
            <a:r>
              <a:rPr lang="en-US" i="1" dirty="0">
                <a:highlight>
                  <a:srgbClr val="FFFF00"/>
                </a:highlight>
              </a:rPr>
              <a:t>Day 1is chest day</a:t>
            </a:r>
          </a:p>
          <a:p>
            <a:pPr marL="0" indent="0">
              <a:buNone/>
            </a:pPr>
            <a:r>
              <a:rPr lang="en-US" i="1" dirty="0">
                <a:highlight>
                  <a:srgbClr val="FFFF00"/>
                </a:highlight>
              </a:rPr>
              <a:t>Day2 is lot day</a:t>
            </a:r>
          </a:p>
          <a:p>
            <a:pPr marL="0" indent="0">
              <a:buNone/>
            </a:pPr>
            <a:r>
              <a:rPr lang="en-US" i="1" dirty="0">
                <a:highlight>
                  <a:srgbClr val="FFFF00"/>
                </a:highlight>
              </a:rPr>
              <a:t>Day is leg day </a:t>
            </a:r>
          </a:p>
          <a:p>
            <a:pPr marL="0" indent="0">
              <a:buNone/>
            </a:pPr>
            <a:r>
              <a:rPr lang="en-US" dirty="0"/>
              <a:t>in single txt file</a:t>
            </a:r>
            <a:br>
              <a:rPr lang="en-US" dirty="0"/>
            </a:br>
            <a:r>
              <a:rPr lang="en-US" dirty="0"/>
              <a:t>it will monitor the day 1 and day 2 of commits</a:t>
            </a:r>
          </a:p>
          <a:p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993E271-2A53-A6A3-F60E-F8D388BBE8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764557"/>
              </p:ext>
            </p:extLst>
          </p:nvPr>
        </p:nvGraphicFramePr>
        <p:xfrm>
          <a:off x="6243484" y="3882590"/>
          <a:ext cx="5873136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6568">
                  <a:extLst>
                    <a:ext uri="{9D8B030D-6E8A-4147-A177-3AD203B41FA5}">
                      <a16:colId xmlns:a16="http://schemas.microsoft.com/office/drawing/2014/main" val="3285696878"/>
                    </a:ext>
                  </a:extLst>
                </a:gridCol>
                <a:gridCol w="2936568">
                  <a:extLst>
                    <a:ext uri="{9D8B030D-6E8A-4147-A177-3AD203B41FA5}">
                      <a16:colId xmlns:a16="http://schemas.microsoft.com/office/drawing/2014/main" val="962816740"/>
                    </a:ext>
                  </a:extLst>
                </a:gridCol>
              </a:tblGrid>
              <a:tr h="256245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Local </a:t>
                      </a:r>
                      <a:br>
                        <a:rPr lang="en-US" dirty="0">
                          <a:solidFill>
                            <a:schemeClr val="tx1"/>
                          </a:solidFill>
                        </a:rPr>
                      </a:br>
                      <a:br>
                        <a:rPr lang="en-US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we need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seperate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file to track the status daily</a:t>
                      </a:r>
                      <a:br>
                        <a:rPr lang="en-US" dirty="0">
                          <a:solidFill>
                            <a:schemeClr val="tx1"/>
                          </a:solidFill>
                        </a:rPr>
                      </a:br>
                      <a:br>
                        <a:rPr lang="en-US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we can’t able to do that in single file like version control. why because we can’t able to monitor that especially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Version control</a:t>
                      </a:r>
                      <a:br>
                        <a:rPr lang="en-US" dirty="0">
                          <a:solidFill>
                            <a:schemeClr val="tx1"/>
                          </a:solidFill>
                        </a:rPr>
                      </a:br>
                      <a:br>
                        <a:rPr lang="en-US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</a:rPr>
                      </a:b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here we don’t need to 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Here single file it is enough,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Monitor the day task also possible.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089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940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CFEA8-ABA1-C2E9-EECA-0D2547316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35" y="255639"/>
            <a:ext cx="11068665" cy="592132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How can we find the </a:t>
            </a:r>
            <a:r>
              <a:rPr lang="en-US" dirty="0" err="1"/>
              <a:t>github</a:t>
            </a:r>
            <a:r>
              <a:rPr lang="en-US" dirty="0"/>
              <a:t> is connected with local </a:t>
            </a:r>
          </a:p>
          <a:p>
            <a:pPr marL="0" indent="0">
              <a:buNone/>
            </a:pPr>
            <a:r>
              <a:rPr lang="en-US" dirty="0"/>
              <a:t>It can be find simply if the folder has </a:t>
            </a:r>
            <a:r>
              <a:rPr lang="en-US" i="1" dirty="0">
                <a:highlight>
                  <a:srgbClr val="FFFF00"/>
                </a:highlight>
              </a:rPr>
              <a:t>.git </a:t>
            </a:r>
            <a:r>
              <a:rPr lang="en-US" dirty="0"/>
              <a:t>file in local .It means the folder is connected with cloud git from local folders.</a:t>
            </a:r>
          </a:p>
          <a:p>
            <a:pPr marL="0" indent="0">
              <a:buNone/>
            </a:pPr>
            <a:r>
              <a:rPr lang="en-US" dirty="0"/>
              <a:t>Download git software first </a:t>
            </a:r>
          </a:p>
          <a:p>
            <a:pPr marL="0" indent="0">
              <a:buNone/>
            </a:pPr>
            <a:r>
              <a:rPr lang="en-US" dirty="0"/>
              <a:t>And the need configuration if you first time linking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git config --global user.name "Your Name"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git config --global </a:t>
            </a:r>
            <a:r>
              <a:rPr lang="en-US" dirty="0" err="1">
                <a:solidFill>
                  <a:srgbClr val="0070C0"/>
                </a:solidFill>
              </a:rPr>
              <a:t>user.email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  <a:hlinkClick r:id="rId2"/>
              </a:rPr>
              <a:t>your.email@example.com</a:t>
            </a: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Step1</a:t>
            </a:r>
            <a:r>
              <a:rPr lang="en-US" dirty="0"/>
              <a:t>:In </a:t>
            </a:r>
            <a:r>
              <a:rPr lang="en-US" dirty="0" err="1"/>
              <a:t>Github</a:t>
            </a:r>
            <a:r>
              <a:rPr lang="en-US" dirty="0"/>
              <a:t> create the branch for projects and then repo (folder name) in </a:t>
            </a:r>
            <a:r>
              <a:rPr lang="en-US" dirty="0">
                <a:solidFill>
                  <a:schemeClr val="accent1"/>
                </a:solidFill>
              </a:rPr>
              <a:t>cloud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Step2</a:t>
            </a:r>
            <a:r>
              <a:rPr lang="en-US" dirty="0"/>
              <a:t>:Create same folder name as repo(cloud) in </a:t>
            </a:r>
            <a:r>
              <a:rPr lang="en-US" dirty="0">
                <a:solidFill>
                  <a:schemeClr val="accent2"/>
                </a:solidFill>
              </a:rPr>
              <a:t>local</a:t>
            </a:r>
            <a:r>
              <a:rPr lang="en-US" dirty="0"/>
              <a:t> and open the folder in </a:t>
            </a:r>
            <a:r>
              <a:rPr lang="en-US" dirty="0" err="1"/>
              <a:t>cmd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Step3</a:t>
            </a:r>
            <a:r>
              <a:rPr lang="en-US" dirty="0"/>
              <a:t>:And then git clone to make a copy of the cloud folder or repo to local</a:t>
            </a:r>
          </a:p>
          <a:p>
            <a:pPr marL="0" indent="0">
              <a:buNone/>
            </a:pPr>
            <a:r>
              <a:rPr lang="en-US" dirty="0"/>
              <a:t>Repo is cloud folder to store your docs or code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Git clone “main branch </a:t>
            </a:r>
            <a:r>
              <a:rPr lang="en-US" dirty="0" err="1">
                <a:solidFill>
                  <a:srgbClr val="0070C0"/>
                </a:solidFill>
              </a:rPr>
              <a:t>url</a:t>
            </a:r>
            <a:r>
              <a:rPr lang="en-US" dirty="0">
                <a:solidFill>
                  <a:srgbClr val="0070C0"/>
                </a:solidFill>
              </a:rPr>
              <a:t>”        </a:t>
            </a:r>
            <a:r>
              <a:rPr lang="en-US" sz="2900" dirty="0"/>
              <a:t>---if use for one project it is enough  </a:t>
            </a: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/>
              <a:t>If u want to go for </a:t>
            </a:r>
            <a:r>
              <a:rPr lang="en-US" dirty="0" err="1"/>
              <a:t>specifi</a:t>
            </a:r>
            <a:r>
              <a:rPr lang="en-US" dirty="0"/>
              <a:t> branch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Git clone “main branch </a:t>
            </a:r>
            <a:r>
              <a:rPr lang="en-US" dirty="0" err="1">
                <a:solidFill>
                  <a:srgbClr val="0070C0"/>
                </a:solidFill>
              </a:rPr>
              <a:t>url</a:t>
            </a:r>
            <a:r>
              <a:rPr lang="en-US" dirty="0">
                <a:solidFill>
                  <a:srgbClr val="0070C0"/>
                </a:solidFill>
              </a:rPr>
              <a:t>”--branch=“</a:t>
            </a:r>
            <a:r>
              <a:rPr lang="en-US" dirty="0" err="1">
                <a:solidFill>
                  <a:srgbClr val="0070C0"/>
                </a:solidFill>
              </a:rPr>
              <a:t>branch_name</a:t>
            </a:r>
            <a:r>
              <a:rPr lang="en-US" dirty="0">
                <a:solidFill>
                  <a:srgbClr val="0070C0"/>
                </a:solidFill>
              </a:rPr>
              <a:t>”  </a:t>
            </a:r>
            <a:r>
              <a:rPr lang="en-US" dirty="0"/>
              <a:t>--- if use for multiple project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8980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2BC24A-6070-FEA5-C9D3-F579BF948F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081" y="206112"/>
            <a:ext cx="3877216" cy="2057687"/>
          </a:xfr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E5A2F683-E6AC-C5DE-6AC1-B82DA0A984E6}"/>
              </a:ext>
            </a:extLst>
          </p:cNvPr>
          <p:cNvSpPr/>
          <p:nvPr/>
        </p:nvSpPr>
        <p:spPr>
          <a:xfrm>
            <a:off x="2792361" y="1189626"/>
            <a:ext cx="393290" cy="36379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1CB23A-1223-29E7-5846-37AC5EDAA086}"/>
              </a:ext>
            </a:extLst>
          </p:cNvPr>
          <p:cNvSpPr txBox="1"/>
          <p:nvPr/>
        </p:nvSpPr>
        <p:spPr>
          <a:xfrm>
            <a:off x="4343951" y="133335"/>
            <a:ext cx="72463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Step4: </a:t>
            </a:r>
            <a:r>
              <a:rPr lang="en-US" dirty="0"/>
              <a:t>create files </a:t>
            </a:r>
            <a:r>
              <a:rPr lang="en-US" dirty="0" err="1"/>
              <a:t>eg</a:t>
            </a:r>
            <a:r>
              <a:rPr lang="en-US" dirty="0"/>
              <a:t>: myself created </a:t>
            </a:r>
            <a:r>
              <a:rPr lang="en-US" dirty="0">
                <a:solidFill>
                  <a:srgbClr val="FF0000"/>
                </a:solidFill>
              </a:rPr>
              <a:t>file1.txt</a:t>
            </a:r>
          </a:p>
          <a:p>
            <a:endParaRPr lang="en-US" dirty="0"/>
          </a:p>
          <a:p>
            <a:r>
              <a:rPr lang="en-US" dirty="0"/>
              <a:t>U-untracked what does it mean not staged </a:t>
            </a:r>
          </a:p>
          <a:p>
            <a:br>
              <a:rPr lang="en-US" dirty="0"/>
            </a:br>
            <a:r>
              <a:rPr lang="en-US" dirty="0"/>
              <a:t>"Untracked" refers to files that are not being tracked by the version control system. These files are new and haven't been added to the staging area or committed to the repository.</a:t>
            </a:r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634032-8D48-52A0-FDC3-40B26BF2A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48" y="2493278"/>
            <a:ext cx="3134162" cy="17337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CD6851-2C7C-D541-80F7-11D06E2BC1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485" y="4501878"/>
            <a:ext cx="3448531" cy="20957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97B2A42-76DB-BC5D-1F2D-98E95250C4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9057" y="2277557"/>
            <a:ext cx="3658111" cy="152421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3257AA3-1953-8661-A09B-1D5DDF40942F}"/>
              </a:ext>
            </a:extLst>
          </p:cNvPr>
          <p:cNvSpPr txBox="1"/>
          <p:nvPr/>
        </p:nvSpPr>
        <p:spPr>
          <a:xfrm>
            <a:off x="4001729" y="2582263"/>
            <a:ext cx="34216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Step5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Staging</a:t>
            </a:r>
            <a:r>
              <a:rPr lang="en-US" dirty="0"/>
              <a:t> should be done.</a:t>
            </a:r>
            <a:br>
              <a:rPr lang="en-US" dirty="0"/>
            </a:br>
            <a:r>
              <a:rPr lang="en-US" dirty="0"/>
              <a:t>file1.txt was created in local and added some content &amp; saved that content.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62792A-21D1-0F71-A53F-5305AF1C0B35}"/>
              </a:ext>
            </a:extLst>
          </p:cNvPr>
          <p:cNvSpPr txBox="1"/>
          <p:nvPr/>
        </p:nvSpPr>
        <p:spPr>
          <a:xfrm>
            <a:off x="4956987" y="6147822"/>
            <a:ext cx="6617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Goal</a:t>
            </a:r>
            <a:r>
              <a:rPr lang="en-US" dirty="0"/>
              <a:t>: local saved content transfer to cloud git. Follow the step 5 ,7)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42BBC5-84D2-365F-808B-8E69341AF498}"/>
              </a:ext>
            </a:extLst>
          </p:cNvPr>
          <p:cNvSpPr txBox="1"/>
          <p:nvPr/>
        </p:nvSpPr>
        <p:spPr>
          <a:xfrm>
            <a:off x="4212021" y="4444754"/>
            <a:ext cx="36035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Step6</a:t>
            </a:r>
            <a:r>
              <a:rPr lang="en-US" dirty="0"/>
              <a:t>: </a:t>
            </a:r>
            <a:r>
              <a:rPr lang="en-US" dirty="0" err="1">
                <a:solidFill>
                  <a:srgbClr val="FF0000"/>
                </a:solidFill>
              </a:rPr>
              <a:t>Unstaging</a:t>
            </a:r>
            <a:r>
              <a:rPr lang="en-US" dirty="0">
                <a:solidFill>
                  <a:srgbClr val="FF0000"/>
                </a:solidFill>
              </a:rPr>
              <a:t> what for </a:t>
            </a:r>
            <a:br>
              <a:rPr lang="en-US" dirty="0"/>
            </a:br>
            <a:r>
              <a:rPr lang="en-US" dirty="0"/>
              <a:t>unnecessary edits ,not to be reflect in the cloud git </a:t>
            </a:r>
          </a:p>
          <a:p>
            <a:r>
              <a:rPr lang="en-US" dirty="0"/>
              <a:t>so we </a:t>
            </a:r>
            <a:r>
              <a:rPr lang="en-US" dirty="0" err="1"/>
              <a:t>unstage</a:t>
            </a:r>
            <a:r>
              <a:rPr lang="en-US" dirty="0"/>
              <a:t> ,the staged  changes 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FF75D9-72A3-B6CA-3F62-5C24A41A8304}"/>
              </a:ext>
            </a:extLst>
          </p:cNvPr>
          <p:cNvSpPr txBox="1"/>
          <p:nvPr/>
        </p:nvSpPr>
        <p:spPr>
          <a:xfrm>
            <a:off x="8265542" y="4227070"/>
            <a:ext cx="36581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Step7</a:t>
            </a:r>
            <a:r>
              <a:rPr lang="en-US" dirty="0"/>
              <a:t>: Staged changes only allowed for commits.</a:t>
            </a:r>
          </a:p>
          <a:p>
            <a:r>
              <a:rPr lang="en-US" dirty="0"/>
              <a:t>The box shows the </a:t>
            </a:r>
            <a:r>
              <a:rPr lang="en-US" dirty="0">
                <a:solidFill>
                  <a:schemeClr val="accent6"/>
                </a:solidFill>
              </a:rPr>
              <a:t>commit Message</a:t>
            </a:r>
            <a:br>
              <a:rPr lang="en-US" dirty="0"/>
            </a:br>
            <a:r>
              <a:rPr lang="en-US" dirty="0"/>
              <a:t>after commit ,</a:t>
            </a:r>
            <a:r>
              <a:rPr lang="en-US" dirty="0">
                <a:solidFill>
                  <a:srgbClr val="FF0000"/>
                </a:solidFill>
              </a:rPr>
              <a:t>push</a:t>
            </a:r>
            <a:r>
              <a:rPr lang="en-US" dirty="0"/>
              <a:t> can be done in different ways in vs code.</a:t>
            </a:r>
            <a:endParaRPr lang="en-IN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0158D10-169D-D704-9B6F-B6360694EBF7}"/>
              </a:ext>
            </a:extLst>
          </p:cNvPr>
          <p:cNvCxnSpPr>
            <a:stCxn id="10" idx="2"/>
          </p:cNvCxnSpPr>
          <p:nvPr/>
        </p:nvCxnSpPr>
        <p:spPr>
          <a:xfrm flipH="1">
            <a:off x="9858112" y="3801770"/>
            <a:ext cx="1" cy="4018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7EDCEB8-0280-A3EE-256D-855EE45D809C}"/>
              </a:ext>
            </a:extLst>
          </p:cNvPr>
          <p:cNvCxnSpPr>
            <a:stCxn id="3" idx="3"/>
          </p:cNvCxnSpPr>
          <p:nvPr/>
        </p:nvCxnSpPr>
        <p:spPr>
          <a:xfrm flipV="1">
            <a:off x="3481810" y="3342968"/>
            <a:ext cx="519919" cy="172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2E9D90C-0A41-2A34-6AC3-169E8E425008}"/>
              </a:ext>
            </a:extLst>
          </p:cNvPr>
          <p:cNvCxnSpPr>
            <a:stCxn id="8" idx="3"/>
          </p:cNvCxnSpPr>
          <p:nvPr/>
        </p:nvCxnSpPr>
        <p:spPr>
          <a:xfrm flipV="1">
            <a:off x="3821016" y="5518512"/>
            <a:ext cx="323281" cy="312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76EC931-4039-E3FC-0729-8BAB7FED8B27}"/>
              </a:ext>
            </a:extLst>
          </p:cNvPr>
          <p:cNvCxnSpPr/>
          <p:nvPr/>
        </p:nvCxnSpPr>
        <p:spPr>
          <a:xfrm>
            <a:off x="4247108" y="1184630"/>
            <a:ext cx="24623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5EDE15C1-9B4A-6D6D-6832-F7DE9F7CEC67}"/>
              </a:ext>
            </a:extLst>
          </p:cNvPr>
          <p:cNvSpPr/>
          <p:nvPr/>
        </p:nvSpPr>
        <p:spPr>
          <a:xfrm>
            <a:off x="8265542" y="2674374"/>
            <a:ext cx="2028832" cy="3146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C2803C0-E563-990C-815C-A352930428DA}"/>
              </a:ext>
            </a:extLst>
          </p:cNvPr>
          <p:cNvSpPr txBox="1"/>
          <p:nvPr/>
        </p:nvSpPr>
        <p:spPr>
          <a:xfrm>
            <a:off x="4956987" y="6434798"/>
            <a:ext cx="3421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Detailed explanation in draw.io file</a:t>
            </a:r>
            <a:endParaRPr lang="en-IN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3135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BA676-AE22-3BEE-1F22-2D0057EA0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632" y="235974"/>
            <a:ext cx="11788878" cy="6371303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E6B2E5A-0236-9FC6-5328-D698F922B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61" y="3954099"/>
            <a:ext cx="5172797" cy="22101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92775A-B5D8-56D4-AB90-B11493863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6074" y="356121"/>
            <a:ext cx="3869314" cy="22571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81A80EB-BBBF-7D19-CE94-74DBC6D4A4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526" y="319709"/>
            <a:ext cx="3658111" cy="319132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8D7DCD3-CB99-195E-C130-8BEB431D7319}"/>
              </a:ext>
            </a:extLst>
          </p:cNvPr>
          <p:cNvCxnSpPr/>
          <p:nvPr/>
        </p:nvCxnSpPr>
        <p:spPr>
          <a:xfrm>
            <a:off x="3795252" y="1042219"/>
            <a:ext cx="1297858" cy="442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F23AC65-702A-2CAC-A6D9-2E69D88ABC70}"/>
              </a:ext>
            </a:extLst>
          </p:cNvPr>
          <p:cNvCxnSpPr/>
          <p:nvPr/>
        </p:nvCxnSpPr>
        <p:spPr>
          <a:xfrm flipH="1">
            <a:off x="7676636" y="988728"/>
            <a:ext cx="1745226" cy="530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750120B-9D7A-8A1E-71BE-077F5F79F6D4}"/>
              </a:ext>
            </a:extLst>
          </p:cNvPr>
          <p:cNvSpPr txBox="1"/>
          <p:nvPr/>
        </p:nvSpPr>
        <p:spPr>
          <a:xfrm>
            <a:off x="4115950" y="1554669"/>
            <a:ext cx="397349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Ways: To push the contents in vs code 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Note</a:t>
            </a:r>
            <a:r>
              <a:rPr lang="en-US" dirty="0"/>
              <a:t>: git push works fine but sometimes it does not happens so  what we need to do is</a:t>
            </a:r>
          </a:p>
          <a:p>
            <a:r>
              <a:rPr lang="en-US" dirty="0"/>
              <a:t>Git push origin branch name in </a:t>
            </a:r>
            <a:r>
              <a:rPr lang="en-US" dirty="0" err="1"/>
              <a:t>cmd</a:t>
            </a:r>
            <a:endParaRPr lang="en-US" dirty="0"/>
          </a:p>
          <a:p>
            <a:r>
              <a:rPr lang="en-US" dirty="0"/>
              <a:t> origin means it takes the </a:t>
            </a:r>
            <a:r>
              <a:rPr lang="en-US" dirty="0" err="1"/>
              <a:t>url</a:t>
            </a:r>
            <a:r>
              <a:rPr lang="en-US" dirty="0"/>
              <a:t> of git cloned using .git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3E2E99-BFBF-0C7D-29A1-9FFCACCFD9B2}"/>
              </a:ext>
            </a:extLst>
          </p:cNvPr>
          <p:cNvSpPr/>
          <p:nvPr/>
        </p:nvSpPr>
        <p:spPr>
          <a:xfrm>
            <a:off x="2369574" y="490061"/>
            <a:ext cx="363794" cy="37517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CD67FA-E579-20F2-CCE6-B62E403BE204}"/>
              </a:ext>
            </a:extLst>
          </p:cNvPr>
          <p:cNvSpPr/>
          <p:nvPr/>
        </p:nvSpPr>
        <p:spPr>
          <a:xfrm>
            <a:off x="10070731" y="1042219"/>
            <a:ext cx="363794" cy="37517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75A9EE-B97F-16F3-FE86-3619A28EB491}"/>
              </a:ext>
            </a:extLst>
          </p:cNvPr>
          <p:cNvSpPr txBox="1"/>
          <p:nvPr/>
        </p:nvSpPr>
        <p:spPr>
          <a:xfrm>
            <a:off x="6538452" y="4355690"/>
            <a:ext cx="42278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the staged changes ,commit with message and at last push </a:t>
            </a:r>
          </a:p>
          <a:p>
            <a:endParaRPr lang="en-US" dirty="0"/>
          </a:p>
          <a:p>
            <a:r>
              <a:rPr lang="en-US" dirty="0"/>
              <a:t>Result is reflected in </a:t>
            </a:r>
            <a:r>
              <a:rPr lang="en-US" dirty="0" err="1"/>
              <a:t>github</a:t>
            </a:r>
            <a:br>
              <a:rPr lang="en-US" dirty="0"/>
            </a:br>
            <a:r>
              <a:rPr lang="en-US" dirty="0"/>
              <a:t>you can able to see the commit message</a:t>
            </a: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2AF8F2-8BEE-2329-967A-8B730D6B5018}"/>
              </a:ext>
            </a:extLst>
          </p:cNvPr>
          <p:cNvSpPr/>
          <p:nvPr/>
        </p:nvSpPr>
        <p:spPr>
          <a:xfrm>
            <a:off x="1120877" y="5732206"/>
            <a:ext cx="3470788" cy="4320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096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3C268-0263-861B-E91A-10861DDA3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Commands to learned😁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FD01D-C4BC-B66B-A186-946FDDFF6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3832"/>
            <a:ext cx="10515600" cy="464313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0070C0"/>
                </a:solidFill>
              </a:rPr>
              <a:t>git clone “</a:t>
            </a:r>
            <a:r>
              <a:rPr lang="en-US" sz="3200" dirty="0" err="1">
                <a:solidFill>
                  <a:schemeClr val="accent6"/>
                </a:solidFill>
              </a:rPr>
              <a:t>url</a:t>
            </a:r>
            <a:r>
              <a:rPr lang="en-US" sz="3200" dirty="0">
                <a:solidFill>
                  <a:schemeClr val="accent6"/>
                </a:solidFill>
              </a:rPr>
              <a:t> of main branch</a:t>
            </a:r>
            <a:r>
              <a:rPr lang="en-US" sz="3200" dirty="0">
                <a:solidFill>
                  <a:srgbClr val="0070C0"/>
                </a:solidFill>
              </a:rPr>
              <a:t>”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070C0"/>
                </a:solidFill>
              </a:rPr>
              <a:t>git clone “</a:t>
            </a:r>
            <a:r>
              <a:rPr lang="en-US" sz="3200" dirty="0" err="1">
                <a:solidFill>
                  <a:schemeClr val="accent6"/>
                </a:solidFill>
              </a:rPr>
              <a:t>url</a:t>
            </a:r>
            <a:r>
              <a:rPr lang="en-US" sz="3200" dirty="0">
                <a:solidFill>
                  <a:schemeClr val="accent6"/>
                </a:solidFill>
              </a:rPr>
              <a:t> of main branch</a:t>
            </a:r>
            <a:r>
              <a:rPr lang="en-US" sz="3200" dirty="0">
                <a:solidFill>
                  <a:srgbClr val="0070C0"/>
                </a:solidFill>
              </a:rPr>
              <a:t>”--branch=“</a:t>
            </a:r>
            <a:r>
              <a:rPr lang="en-US" sz="3200" dirty="0" err="1">
                <a:solidFill>
                  <a:schemeClr val="accent6"/>
                </a:solidFill>
              </a:rPr>
              <a:t>branch_name</a:t>
            </a:r>
            <a:r>
              <a:rPr lang="en-US" sz="3200" dirty="0">
                <a:solidFill>
                  <a:srgbClr val="0070C0"/>
                </a:solidFill>
              </a:rPr>
              <a:t>”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070C0"/>
                </a:solidFill>
              </a:rPr>
              <a:t>git branch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070C0"/>
                </a:solidFill>
              </a:rPr>
              <a:t>git checkout “</a:t>
            </a:r>
            <a:r>
              <a:rPr lang="en-US" sz="3200" dirty="0">
                <a:solidFill>
                  <a:schemeClr val="accent6"/>
                </a:solidFill>
              </a:rPr>
              <a:t>choose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>
                <a:solidFill>
                  <a:schemeClr val="accent6"/>
                </a:solidFill>
              </a:rPr>
              <a:t>the branch name</a:t>
            </a:r>
            <a:r>
              <a:rPr lang="en-US" sz="3200" dirty="0">
                <a:solidFill>
                  <a:srgbClr val="0070C0"/>
                </a:solidFill>
              </a:rPr>
              <a:t>" 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070C0"/>
                </a:solidFill>
              </a:rPr>
              <a:t>git add .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070C0"/>
                </a:solidFill>
              </a:rPr>
              <a:t>git reset </a:t>
            </a:r>
            <a:r>
              <a:rPr lang="en-US" sz="3200" dirty="0" err="1">
                <a:solidFill>
                  <a:schemeClr val="accent6"/>
                </a:solidFill>
              </a:rPr>
              <a:t>staged_filename</a:t>
            </a:r>
            <a:endParaRPr lang="en-US" sz="3200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0070C0"/>
                </a:solidFill>
              </a:rPr>
              <a:t>git commit –m “</a:t>
            </a:r>
            <a:r>
              <a:rPr lang="en-US" sz="3200" dirty="0">
                <a:solidFill>
                  <a:schemeClr val="accent6"/>
                </a:solidFill>
              </a:rPr>
              <a:t>commit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>
                <a:solidFill>
                  <a:schemeClr val="accent6"/>
                </a:solidFill>
              </a:rPr>
              <a:t>message</a:t>
            </a:r>
            <a:r>
              <a:rPr lang="en-US" sz="3200" dirty="0">
                <a:solidFill>
                  <a:srgbClr val="0070C0"/>
                </a:solidFill>
              </a:rPr>
              <a:t>”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070C0"/>
                </a:solidFill>
              </a:rPr>
              <a:t>git push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070C0"/>
                </a:solidFill>
              </a:rPr>
              <a:t>git push origin </a:t>
            </a:r>
            <a:r>
              <a:rPr lang="en-US" sz="3200" dirty="0" err="1">
                <a:solidFill>
                  <a:schemeClr val="accent6"/>
                </a:solidFill>
              </a:rPr>
              <a:t>branchname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</a:p>
          <a:p>
            <a:pPr marL="0" indent="0">
              <a:buNone/>
            </a:pPr>
            <a:endParaRPr lang="en-US" dirty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9476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21DC2-7092-BC9F-EA80-6C58B3FA4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2A713-D66E-6D1E-4EB6-8F247A2AC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0029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1D892-600E-A484-BBFC-8BCD67188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757084"/>
            <a:ext cx="11147323" cy="541987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7200" dirty="0"/>
          </a:p>
          <a:p>
            <a:pPr marL="0" indent="0" algn="ctr">
              <a:buNone/>
            </a:pPr>
            <a:endParaRPr lang="en-US" sz="7200" dirty="0"/>
          </a:p>
          <a:p>
            <a:pPr marL="0" indent="0" algn="ctr">
              <a:buNone/>
            </a:pPr>
            <a:r>
              <a:rPr lang="en-US" sz="7200" dirty="0"/>
              <a:t> Git accomplished</a:t>
            </a:r>
          </a:p>
          <a:p>
            <a:pPr marL="0" indent="0" algn="ctr">
              <a:buNone/>
            </a:pPr>
            <a:r>
              <a:rPr lang="en-US" sz="7200" dirty="0"/>
              <a:t>😁</a:t>
            </a:r>
          </a:p>
          <a:p>
            <a:pPr marL="0" indent="0" algn="ctr">
              <a:buNone/>
            </a:pPr>
            <a:endParaRPr lang="en-IN" sz="7200" dirty="0"/>
          </a:p>
        </p:txBody>
      </p:sp>
    </p:spTree>
    <p:extLst>
      <p:ext uri="{BB962C8B-B14F-4D97-AF65-F5344CB8AC3E}">
        <p14:creationId xmlns:p14="http://schemas.microsoft.com/office/powerpoint/2010/main" val="2128295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855</Words>
  <Application>Microsoft Office PowerPoint</Application>
  <PresentationFormat>Widescreen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GIT-Basics 🤞</vt:lpstr>
      <vt:lpstr>https://www.showwcase.com/article/18785/git-in-pictures</vt:lpstr>
      <vt:lpstr>Why we use Git</vt:lpstr>
      <vt:lpstr>PowerPoint Presentation</vt:lpstr>
      <vt:lpstr>PowerPoint Presentation</vt:lpstr>
      <vt:lpstr>PowerPoint Presentation</vt:lpstr>
      <vt:lpstr>PowerPoint Presentation</vt:lpstr>
      <vt:lpstr>Commands to learned😁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G, Kalai Selvan</dc:creator>
  <cp:lastModifiedBy>G, Kalai Selvan</cp:lastModifiedBy>
  <cp:revision>37</cp:revision>
  <dcterms:created xsi:type="dcterms:W3CDTF">2025-01-25T19:04:50Z</dcterms:created>
  <dcterms:modified xsi:type="dcterms:W3CDTF">2025-01-26T07:32:36Z</dcterms:modified>
</cp:coreProperties>
</file>